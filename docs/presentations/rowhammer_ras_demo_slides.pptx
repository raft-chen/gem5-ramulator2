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RowHammer: DRAM RAS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Normal DDR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Hammering Aggressor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Victim-Row Bit Flip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DDR4 Mitigation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DDR5 Direction at 3200 MT/s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DDR4 RowHammer Test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DDR5 Mitigation Next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28800" y="-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Result Table and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