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3" r:id="rId25"/>
    <p:sldId id="257" r:id="rId8"/>
    <p:sldId id="272" r:id="rId24"/>
    <p:sldId id="258" r:id="rId9"/>
    <p:sldId id="271" r:id="rId23"/>
    <p:sldId id="259" r:id="rId10"/>
    <p:sldId id="270" r:id="rId22"/>
    <p:sldId id="260" r:id="rId11"/>
    <p:sldId id="269" r:id="rId21"/>
    <p:sldId id="261" r:id="rId12"/>
    <p:sldId id="268" r:id="rId20"/>
    <p:sldId id="262" r:id="rId13"/>
    <p:sldId id="267" r:id="rId19"/>
    <p:sldId id="263" r:id="rId14"/>
    <p:sldId id="266" r:id="rId18"/>
    <p:sldId id="264" r:id="rId15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DengXian"/>
              </a:rPr>
              <a:t>本演示介绍 RowHammer 为何是一个 RAS(可靠性/可用性/可服务性)和安全问题。\n我们使用 gem5 + Ramulator2,在命令级别复现 hammer 访问模式,\n并验证所配置的缓解机制是否真的发出了缓解命令(DDR4 的 VRR、DDR5 的 RFM/DRFM)。\n本演示不建模真实的物理 bit 翻转,也不建模 DDR5 on-die ECC 的纠错行为。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DengXian"/>
              </a:rPr>
              <a:t>DRAM 用电容存储电荷,每次访问一行都必须执行 ACT → RD/WR → PRE。\ntREFI 周期内的 all-bank refresh(REFab)是标准刷新机制,\n即使没有 RowHammer 防御也会一直进行。\n只要刷新窗口内的扰动足够小,数据就是稳定的。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DengXian"/>
              </a:rPr>
              <a:t>本演示的 hammer trace 在同一 rank+bank 内交替访问两行。\nDDR4 使用步长 0x40000,DDR5 使用步长 0x20000(因为 rank:2 时 RoBaRaCoCh 映射下\nrank 位的位置不同)。10000 次交替读对应 9999 次 ACT,体现 hammer 压力。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DengXian"/>
              </a:rPr>
              <a:t>这就是 RowHammer 的 RAS 风险:静默数据损坏、崩溃,甚至安全漏洞(例如越权)。\n请注意:本仓库的演示是命令级的,只统计 ACT/PRE/REFab/VRR/RFM 等命令,\n不真正建模电荷泄漏或物理 bit 翻转。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DengXian"/>
              </a:rPr>
              <a:t>观测结果(10000 次读):\n  DDR4-2400R   VRR = 2135\n  DDR4-3200AA  VRR = 1602\nVRR &gt; 0 即证明 DDR4 RowHammer 缓解通路被触发。\ntRH 在演示中故意设为 4,以便短 trace 也能触发;实际硬件阈值要高得多。\n两个时序预设下 VRR 数量不同,是调度和刷新交互造成的,不是哪个频率更安全。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DengXian"/>
              </a:rPr>
              <a:t>因此在基线运行中:DDR5-3200BN ACT = 9999,RFM/DRFM = 0。\nDDR5 配置需要 RFM 参数组(例如 BRC:2),否则模型建立 RFM 时序时会报错。\n当前 Ramulator2 源码只内置 DDR5_3200* 时序预设;\n不要把仅用 3200 预设的运行标注为 DDR5-4800。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DengXian"/>
              </a:rPr>
              <a:t>一键复现:\n  bash script/run_rowhammer_compare_10000.sh\n结果输出位置:\n  ramulator_out/compare_10000/summary.csv\n  ramulator_out/compare_10000/summary.md\n比较 4 个配置:DDR4-2400R、DDR4-3200AA、DDR5-3200BN(基线)、DDR5-3200BN-RFM。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DengXian"/>
              </a:rPr>
              <a:t>应用与构建:\n  bash script/apply_ddr5_rfm_plugin.sh\n  cmake --build gem5/ext/ramulator2/ramulator2/build -j 4\n默认 request=directed-rfm,对应 DDR5 命令 DRFMab。\n可调参数:tRH、request、reset_on_refresh、debug。\n标准 RFM 间隔仍由 DDR5 模型时序保证,不会破坏正常刷新窗口。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DengXian"/>
              </a:rPr>
              <a:t>总结:\n  1. DDR4 VRR 缓解今天即可演示(OracleRH + DDR4-VRR)。\n  2. DDR5 基线只建模 RFM 命令/时序,没有自动缓解。\n  3. 新增的 DDR5RFM 插件把 ACT 阈值穿越转成 DRFMab 请求,357 次缓解命令证明通路打通。\n  4. 本演示是命令级模型,不建模电荷泄漏、真实 bit 翻转,也不建模 DDR5 on-die ECC 纠错。\n  5. 下一步可加入更真实的 RowHammer 跟踪算法(PARA、Graphene 等)与 ECC 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RowHammer: DRAM RAS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760720"/>
            <a:ext cx="11643359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C2D12"/>
                </a:solidFill>
                <a:latin typeface="DengXian"/>
              </a:rPr>
              <a:t>关键信息:RowHammer 是 DRAM 可靠性问题——相邻行的反复激活会在正常刷新之前导致受害行电荷流失,造成静默数据损坏。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Normal DDR Operation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760720"/>
            <a:ext cx="11643359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C2D12"/>
                </a:solidFill>
                <a:latin typeface="DengXian"/>
              </a:rPr>
              <a:t>关键信息:行被激活(ACT)→ 读/写 → 关闭(PRE);周期性的全 bank 刷新(REFab)在电荷流失到出错前补充电荷。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Hammering Aggressor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760720"/>
            <a:ext cx="11643359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C2D12"/>
                </a:solidFill>
                <a:latin typeface="DengXian"/>
              </a:rPr>
              <a:t>关键信息:RowHammer 模式 = 在同一 bank 内反复打开两侧 aggressor 行,在一个刷新窗口内产生大量 ACT/RD/PRE。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Victim-Row Bit Flip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760720"/>
            <a:ext cx="11643359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C2D12"/>
                </a:solidFill>
                <a:latin typeface="DengXian"/>
              </a:rPr>
              <a:t>关键信息:若受害行在下一次刷新或缓解之前电荷流失过多,bit 会翻转——数据在没有写操作的情况下被改变。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DDR4 Mitigation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760720"/>
            <a:ext cx="11643359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C2D12"/>
                </a:solidFill>
                <a:latin typeface="DengXian"/>
              </a:rPr>
              <a:t>关键信息:DDR4 使用 DDR4-VRR 模型 + OracleRH 插件;当 ACT 次数超过 tRH 阈值,控制器注入 victim-row refresh(VRR)命令。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DDR5 Direction at 3200 MT/s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760720"/>
            <a:ext cx="11643359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C2D12"/>
                </a:solidFill>
                <a:latin typeface="DengXian"/>
              </a:rPr>
              <a:t>关键信息:Ramulator2 已建模 DDR5 的 RFM / directed RFM 命令与时序;但内置 RowHammer 插件面向 DDR4-VRR,DDR5 基线不会自动发出 RFM。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DDR4 RowHammer Test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760720"/>
            <a:ext cx="11643359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C2D12"/>
                </a:solidFill>
                <a:latin typeface="DengXian"/>
              </a:rPr>
              <a:t>关键信息:生成 10000 次交替读 trace → RoBaRaCoCh 映射命中同一 bank 不同行 → Ramulator2 调度 → 命令计数器统计 ACT/PRE/REFab/VRR/RFM。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DDR5 Mitigation Next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760720"/>
            <a:ext cx="11643359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C2D12"/>
                </a:solidFill>
                <a:latin typeface="DengXian"/>
              </a:rPr>
              <a:t>关键信息:本仓库新增 DDR5RFM 插件——按 bank/行追踪 ACT,超过 tRH 时发出 rfm / same-bank-rfm / directed-rfm / same-bank-directed-rfm 之一。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Result Table and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760720"/>
            <a:ext cx="11643359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C2D12"/>
                </a:solidFill>
                <a:latin typeface="DengXian"/>
              </a:rPr>
              <a:t>关键信息:10000 次读对比:DDR4-2400R VRR=2135;DDR4-3200AA VRR=1602;DDR5-3200BN 基线 RFM/DRFM=0;DDR5-3200BN-RFM DRFMab=357 —— DDR5 缓解通路已打通。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DengXian"/>
              </a:rPr>
              <a:t>Backup · 演讲备注  |  结果表与结论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B7280"/>
                </a:solidFill>
                <a:latin typeface="DengXian"/>
              </a:rPr>
              <a:t>对应正片:Result Table and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59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11827"/>
                </a:solidFill>
                <a:latin typeface="DengXian"/>
              </a:rPr>
              <a:t>总结:\n  1. DDR4 VRR 缓解今天即可演示(OracleRH + DDR4-VRR)。\n  2. DDR5 基线只建模 RFM 命令/时序,没有自动缓解。\n  3. 新增的 DDR5RFM 插件把 ACT 阈值穿越转成 DRFMab 请求,357 次缓解命令证明通路打通。\n  4. 本演示是命令级模型,不建模电荷泄漏、真实 bit 翻转,也不建模 DDR5 on-die ECC 纠错。\n  5. 下一步可加入更真实的 RowHammer 跟踪算法(PARA、Graphene 等)与 ECC 模型。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DengXian"/>
              </a:rPr>
              <a:t>Backup · 演讲备注  |  DDR5 缓解的下一步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B7280"/>
                </a:solidFill>
                <a:latin typeface="DengXian"/>
              </a:rPr>
              <a:t>对应正片:DDR5 Mitigation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59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11827"/>
                </a:solidFill>
                <a:latin typeface="DengXian"/>
              </a:rPr>
              <a:t>应用与构建:\n  bash script/apply_ddr5_rfm_plugin.sh\n  cmake --build gem5/ext/ramulator2/ramulator2/build -j 4\n默认 request=directed-rfm,对应 DDR5 命令 DRFMab。\n可调参数:tRH、request、reset_on_refresh、debug。\n标准 RFM 间隔仍由 DDR5 模型时序保证,不会破坏正常刷新窗口。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DengXian"/>
              </a:rPr>
              <a:t>Backup · 演讲备注  |  DDR4 RowHammer 测试流程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B7280"/>
                </a:solidFill>
                <a:latin typeface="DengXian"/>
              </a:rPr>
              <a:t>对应正片:DDR4 RowHammer Test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59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11827"/>
                </a:solidFill>
                <a:latin typeface="DengXian"/>
              </a:rPr>
              <a:t>一键复现:\n  bash script/run_rowhammer_compare_10000.sh\n结果输出位置:\n  ramulator_out/compare_10000/summary.csv\n  ramulator_out/compare_10000/summary.md\n比较 4 个配置:DDR4-2400R、DDR4-3200AA、DDR5-3200BN(基线)、DDR5-3200BN-RFM。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DengXian"/>
              </a:rPr>
              <a:t>Backup · 演讲备注  |  DDR5 在 3200 MT/s 的方向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B7280"/>
                </a:solidFill>
                <a:latin typeface="DengXian"/>
              </a:rPr>
              <a:t>对应正片:DDR5 Direction at 3200 MT/s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59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11827"/>
                </a:solidFill>
                <a:latin typeface="DengXian"/>
              </a:rPr>
              <a:t>因此在基线运行中:DDR5-3200BN ACT = 9999,RFM/DRFM = 0。\nDDR5 配置需要 RFM 参数组(例如 BRC:2),否则模型建立 RFM 时序时会报错。\n当前 Ramulator2 源码只内置 DDR5_3200* 时序预设;\n不要把仅用 3200 预设的运行标注为 DDR5-4800。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DengXian"/>
              </a:rPr>
              <a:t>Backup · 演讲备注  |  DDR4 缓解演示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B7280"/>
                </a:solidFill>
                <a:latin typeface="DengXian"/>
              </a:rPr>
              <a:t>对应正片:DDR4 Mitigation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59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11827"/>
                </a:solidFill>
                <a:latin typeface="DengXian"/>
              </a:rPr>
              <a:t>观测结果(10000 次读):\n  DDR4-2400R   VRR = 2135\n  DDR4-3200AA  VRR = 1602\nVRR &gt; 0 即证明 DDR4 RowHammer 缓解通路被触发。\ntRH 在演示中故意设为 4,以便短 trace 也能触发;实际硬件阈值要高得多。\n两个时序预设下 VRR 数量不同,是调度和刷新交互造成的,不是哪个频率更安全。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DengXian"/>
              </a:rPr>
              <a:t>Backup · 演讲备注  |  受害行的 bit 翻转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B7280"/>
                </a:solidFill>
                <a:latin typeface="DengXian"/>
              </a:rPr>
              <a:t>对应正片:Victim-Row Bit Flip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59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11827"/>
                </a:solidFill>
                <a:latin typeface="DengXian"/>
              </a:rPr>
              <a:t>这就是 RowHammer 的 RAS 风险:静默数据损坏、崩溃,甚至安全漏洞(例如越权)。\n请注意:本仓库的演示是命令级的,只统计 ACT/PRE/REFab/VRR/RFM 等命令,\n不真正建模电荷泄漏或物理 bit 翻转。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DengXian"/>
              </a:rPr>
              <a:t>Backup · 演讲备注  |  对 aggressor 行进行 hammer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B7280"/>
                </a:solidFill>
                <a:latin typeface="DengXian"/>
              </a:rPr>
              <a:t>对应正片:Hammering Aggressor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59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11827"/>
                </a:solidFill>
                <a:latin typeface="DengXian"/>
              </a:rPr>
              <a:t>本演示的 hammer trace 在同一 rank+bank 内交替访问两行。\nDDR4 使用步长 0x40000,DDR5 使用步长 0x20000(因为 rank:2 时 RoBaRaCoCh 映射下\nrank 位的位置不同)。10000 次交替读对应 9999 次 ACT,体现 hammer 压力。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DengXian"/>
              </a:rPr>
              <a:t>Backup · 演讲备注  |  正常的 DDR 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B7280"/>
                </a:solidFill>
                <a:latin typeface="DengXian"/>
              </a:rPr>
              <a:t>对应正片:Normal DDR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59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11827"/>
                </a:solidFill>
                <a:latin typeface="DengXian"/>
              </a:rPr>
              <a:t>DRAM 用电容存储电荷,每次访问一行都必须执行 ACT → RD/WR → PRE。\ntREFI 周期内的 all-bank refresh(REFab)是标准刷新机制,\n即使没有 RowHammer 防御也会一直进行。\n只要刷新窗口内的扰动足够小,数据就是稳定的。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DengXian"/>
              </a:rPr>
              <a:t>Backup · 演讲备注  |  RowHammer:DRAM 的 RAS 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B7280"/>
                </a:solidFill>
                <a:latin typeface="DengXian"/>
              </a:rPr>
              <a:t>对应正片:RowHammer: DRAM RAS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59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11827"/>
                </a:solidFill>
                <a:latin typeface="DengXian"/>
              </a:rPr>
              <a:t>本演示介绍 RowHammer 为何是一个 RAS(可靠性/可用性/可服务性)和安全问题。\n我们使用 gem5 + Ramulator2,在命令级别复现 hammer 访问模式,\n并验证所配置的缓解机制是否真的发出了缓解命令(DDR4 的 VRR、DDR5 的 RFM/DRFM)。\n本演示不建模真实的物理 bit 翻转,也不建模 DDR5 on-die ECC 的纠错行为。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